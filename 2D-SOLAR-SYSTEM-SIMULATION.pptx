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anit Bold"/>
      <p:regular r:id="rId201314"/>
    </p:embeddedFont>
    <p:embeddedFont>
      <p:font typeface="Kanit"/>
      <p:regular r:id="rId201315"/>
    </p:embeddedFont>
    <p:embeddedFont>
      <p:font typeface="Martel Sans Light"/>
      <p:regular r:id="rId201316"/>
    </p:embeddedFont>
    <p:embeddedFont>
      <p:font typeface="Martel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2743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2D SOLAR SYSTEM SIMULATION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280569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MCA Computer Graphics Project — C · SDL2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9971" y="387300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Interactive 2D simulation demonstrating core computer graphics concepts: transformations, coordinate systems, animation, camera control, and rendering using C and SDL2 on macOS.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88148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Overview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767310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project is an interactive 2D Solar System built in C with SDL2. It visualizes transformations and animation through animated planets, orbital paths, hierarchical object transforms, and camera controls.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4268391"/>
            <a:ext cx="6223638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rendering and event handling via SDL2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Mathematical motion using math.h (sin, cos)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25561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141438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Students often find it hard to internalize 2D transformations and coordinate-space concepts from equations alone. This project provides an interactive visual environment to observe and manipulate: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3642519"/>
            <a:ext cx="622363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Translation, rotation, scaling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Coordinate conversions and camera movement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Circular and elliptical animation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69971" y="4963914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Note: simulation emphasises graphics concepts, not astronomical accuracy.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9459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Objectives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98086" y="1448693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788" y="1524347"/>
            <a:ext cx="255184" cy="2551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8579" y="1510804"/>
            <a:ext cx="1022503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Build in C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68579" y="1874937"/>
            <a:ext cx="1022503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Implement core logic and rendering in C.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8086" y="2478187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788" y="2553841"/>
            <a:ext cx="255184" cy="2551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8579" y="2540298"/>
            <a:ext cx="1022503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SDL2 Rendering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268579" y="2904430"/>
            <a:ext cx="1022503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Window, rendering, events and timing.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98086" y="3507680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788" y="3583335"/>
            <a:ext cx="255184" cy="2551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8579" y="3569791"/>
            <a:ext cx="1022503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2D Transformations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268579" y="3933924"/>
            <a:ext cx="1022503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Translation, rotation, scaling, reflection, shearing.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98086" y="4537174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788" y="4612829"/>
            <a:ext cx="255184" cy="2551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8579" y="4599285"/>
            <a:ext cx="1022503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Animated Motion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268579" y="4963418"/>
            <a:ext cx="1022503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Circular and elliptical orbits; hierarchical motion.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98086" y="5566668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788" y="5642322"/>
            <a:ext cx="255184" cy="25519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8579" y="5628779"/>
            <a:ext cx="1022503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Camera Controls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268579" y="5992912"/>
            <a:ext cx="1022503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Zoom, pan, fit-to-view and world→screen conversion.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4427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Technologies &amp; Tools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71254"/>
            <a:ext cx="4590340" cy="2601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81332" y="2129532"/>
            <a:ext cx="571852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Stack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81332" y="2622252"/>
            <a:ext cx="5718528" cy="187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Programming: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Graphics: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SDL2 (window, renderer, events, timing)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Math: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math.h (sin, cos, sqrt)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Compiler: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Clang on macOS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IDE: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VS Code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781332" y="4676676"/>
            <a:ext cx="571852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SDL2 provides cross-platform 2D rendering primitives and event/timing APIs; math.h supplies trigonometric functions for orbital calculations.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1557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System Architecture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35" y="1179314"/>
            <a:ext cx="10706527" cy="4617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944" y="4929735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Transforms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2944" y="3860964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2944" y="2802988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Input Handler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1734216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Input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5912247"/>
            <a:ext cx="10795524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Each stage has a clear responsibility: input → simulation state → transforms → camera → render. This separation keeps math, object state, and rendering decoupled.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95052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Solar System Design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71687"/>
            <a:ext cx="6288724" cy="3563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64635" y="1912640"/>
            <a:ext cx="4035324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Objects represented as 2D primitives (filled circles, thin orbital lines). Each object stores: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64635" y="2689920"/>
            <a:ext cx="4035324" cy="202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World position (cx, cy)</a:t>
            </a:r>
            <a:endParaRPr lang="en-US" sz="1500" dirty="0"/>
          </a:p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Local transform (translate, rotate, scale)</a:t>
            </a:r>
            <a:endParaRPr lang="en-US" sz="1500" dirty="0"/>
          </a:p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Orbital parameters (radius a/b, angular speed)</a:t>
            </a:r>
            <a:endParaRPr lang="en-US" sz="1500" dirty="0"/>
          </a:p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Render attributes (color, radius in screen units)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64635" y="4881265"/>
            <a:ext cx="4035324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Orbital paths are computed mathematically; sizes and distances are scaled for visual clarity, not scientific fidelity.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60972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Coordinate System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495550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Distinguish spaces: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3039070"/>
            <a:ext cx="6223638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World coordinates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logical positions for simulation (astronomical layout)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Screen coordinates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pixel positions for SDL2 rendering (origin top-left, Y down)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69971" y="46099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Pipeline: World Position → Camera Translation → Zoom/Scale → World-to-Screen conversion → SDL2 draw calls.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3109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Computer Graphics Transformations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2815630"/>
            <a:ext cx="5211533" cy="150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Translation</a:t>
            </a:r>
            <a:endParaRPr lang="en-US" sz="1200" dirty="0"/>
          </a:p>
          <a:p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x' = x + Tx  y' = y + Ty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Scaling</a:t>
            </a:r>
            <a:endParaRPr lang="en-US" sz="1200" dirty="0"/>
          </a:p>
          <a:p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x' = x × Sx  y' = y × Sy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Rotation (θ)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x' = x cosθ − y sinθ  y' = x sinθ + y cosθ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8426" y="1312763"/>
            <a:ext cx="5211533" cy="1398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Reflection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X-axis: x' = x, y' = −y</a:t>
            </a:r>
            <a:endParaRPr lang="en-US" sz="1200" dirty="0"/>
          </a:p>
          <a:p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Y-axis: x' = −x, y' = 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Shearing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X-shear: x' = x + Shx × 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Y-shear: y' = y + Shy × x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8426" y="2843014"/>
            <a:ext cx="5211533" cy="29532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6059190"/>
            <a:ext cx="1140510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Formulas implemented in transform utilities; combined transforms use matrix composition (applied in correct order).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Camera Transformation — Zoom &amp; Pan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723455"/>
            <a:ext cx="5828063" cy="25132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0301" y="4764934"/>
            <a:ext cx="1244306" cy="15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Viewport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090301" y="4183166"/>
            <a:ext cx="1244306" cy="15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Fit-to-View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90301" y="3607275"/>
            <a:ext cx="1244306" cy="15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Camera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90301" y="3025507"/>
            <a:ext cx="1244306" cy="15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World Scene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8086" y="5292725"/>
            <a:ext cx="582806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Zoom modifies scale factor; pan offsets camera center. Fit-to-view computes scale to ensure entire system fits in current window while preserving aspect ratio.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77" y="972641"/>
            <a:ext cx="4724183" cy="6299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2026-09-28T07:47:44Z</dcterms:created>
  <dcterms:modified xsi:type="dcterms:W3CDTF">2026-09-28T07:47:44Z</dcterms:modified>
</cp:coreProperties>
</file>